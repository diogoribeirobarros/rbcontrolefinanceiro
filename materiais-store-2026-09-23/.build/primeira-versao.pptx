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480dfaf7f44d3" /><Relationship Type="http://schemas.openxmlformats.org/officeDocument/2006/relationships/extended-properties" Target="/docProps/app.xml" Id="R8989b97aa1c54a0d" /><Relationship Type="http://schemas.openxmlformats.org/officeDocument/2006/relationships/officeDocument" Target="/ppt/presentation.xml" Id="R0afefb524fea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474531ef9d41c6"/>
  </p:sldMasterIdLst>
  <p:notesMasterIdLst>
    <p:notesMasterId xmlns:r="http://schemas.openxmlformats.org/officeDocument/2006/relationships" r:id="R80b4cfeb779346eb"/>
  </p:notesMasterIdLst>
  <p:sldIdLst>
    <p:sldId xmlns:r="http://schemas.openxmlformats.org/officeDocument/2006/relationships" id="256" r:id="Rbe729d24d1af4f51"/>
    <p:sldId xmlns:r="http://schemas.openxmlformats.org/officeDocument/2006/relationships" id="257" r:id="R2f19585c2329403b"/>
    <p:sldId xmlns:r="http://schemas.openxmlformats.org/officeDocument/2006/relationships" id="258" r:id="R46fbe2b940994d2c"/>
    <p:sldId xmlns:r="http://schemas.openxmlformats.org/officeDocument/2006/relationships" id="259" r:id="R80990f7f361c42da"/>
    <p:sldId xmlns:r="http://schemas.openxmlformats.org/officeDocument/2006/relationships" id="260" r:id="R8b9396f3c0ab4713"/>
    <p:sldId xmlns:r="http://schemas.openxmlformats.org/officeDocument/2006/relationships" id="261" r:id="Re3496f78d0d44fed"/>
    <p:sldId xmlns:r="http://schemas.openxmlformats.org/officeDocument/2006/relationships" id="262" r:id="R5ca57ec9c613472e"/>
    <p:sldId xmlns:r="http://schemas.openxmlformats.org/officeDocument/2006/relationships" id="263" r:id="R6edd8110f0604d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f35792d19449a" /><Relationship Type="http://schemas.openxmlformats.org/officeDocument/2006/relationships/slideMaster" Target="/ppt/slideMasters/slideMaster1.xml" Id="R89474531ef9d41c6" /><Relationship Type="http://schemas.openxmlformats.org/officeDocument/2006/relationships/notesMaster" Target="/ppt/notesMasters/notesMaster1.xml" Id="R80b4cfeb779346eb" /><Relationship Type="http://schemas.openxmlformats.org/officeDocument/2006/relationships/presProps" Target="/ppt/presProps.xml" Id="R88e74696c5ef4729" /><Relationship Type="http://schemas.openxmlformats.org/officeDocument/2006/relationships/tableStyles" Target="/ppt/tableStyles.xml" Id="R34dd32fb2ea54e72" /><Relationship Type="http://schemas.openxmlformats.org/officeDocument/2006/relationships/slide" Target="/ppt/slides/slide1.xml" Id="Rbe729d24d1af4f51" /><Relationship Type="http://schemas.openxmlformats.org/officeDocument/2006/relationships/slide" Target="/ppt/slides/slide2.xml" Id="R2f19585c2329403b" /><Relationship Type="http://schemas.openxmlformats.org/officeDocument/2006/relationships/slide" Target="/ppt/slides/slide3.xml" Id="R46fbe2b940994d2c" /><Relationship Type="http://schemas.openxmlformats.org/officeDocument/2006/relationships/slide" Target="/ppt/slides/slide4.xml" Id="R80990f7f361c42da" /><Relationship Type="http://schemas.openxmlformats.org/officeDocument/2006/relationships/slide" Target="/ppt/slides/slide5.xml" Id="R8b9396f3c0ab4713" /><Relationship Type="http://schemas.openxmlformats.org/officeDocument/2006/relationships/slide" Target="/ppt/slides/slide6.xml" Id="Re3496f78d0d44fed" /><Relationship Type="http://schemas.openxmlformats.org/officeDocument/2006/relationships/slide" Target="/ppt/slides/slide7.xml" Id="R5ca57ec9c613472e" /><Relationship Type="http://schemas.openxmlformats.org/officeDocument/2006/relationships/slide" Target="/ppt/slides/slide8.xml" Id="R6edd8110f060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502daf0474e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76b6c2ec642bf" /><Relationship Type="http://schemas.openxmlformats.org/officeDocument/2006/relationships/notesMaster" Target="/ppt/notesMasters/notesMaster1.xml" Id="R5b0d68c0ae77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80621d42224ddb" /><Relationship Type="http://schemas.openxmlformats.org/officeDocument/2006/relationships/notesMaster" Target="/ppt/notesMasters/notesMaster1.xml" Id="R54d4e493be5242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b2a724c6e4ed3" /><Relationship Type="http://schemas.openxmlformats.org/officeDocument/2006/relationships/notesMaster" Target="/ppt/notesMasters/notesMaster1.xml" Id="R3a7e173e8cce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e799e1f1948d8" /><Relationship Type="http://schemas.openxmlformats.org/officeDocument/2006/relationships/notesMaster" Target="/ppt/notesMasters/notesMaster1.xml" Id="R89b908c1b1a9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c6062cda241fe" /><Relationship Type="http://schemas.openxmlformats.org/officeDocument/2006/relationships/notesMaster" Target="/ppt/notesMasters/notesMaster1.xml" Id="R5ff70e397a4241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f1c738ad81404c" /><Relationship Type="http://schemas.openxmlformats.org/officeDocument/2006/relationships/notesMaster" Target="/ppt/notesMasters/notesMaster1.xml" Id="Rb4d3585fa8dd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a83a28ef54133" /><Relationship Type="http://schemas.openxmlformats.org/officeDocument/2006/relationships/notesMaster" Target="/ppt/notesMasters/notesMaster1.xml" Id="R91162e3cfb1d4a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4fb12ff114851" /><Relationship Type="http://schemas.openxmlformats.org/officeDocument/2006/relationships/notesMaster" Target="/ppt/notesMasters/notesMaster1.xml" Id="R0a8239450051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Produto: RB Gestão Financeira 2.4.22. Fonte: package.json e app/app.js. Arte abstrata de fundo gerada com ImageGen, sem representação da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app/app.js, electron-main.cjs e README_INSTALACAO.txt, com prioridade para o código atual. Backup diário depende de aplicativo aberto no horário. Acesso mobile requer desktop acessível e pareamento aprovado. A apresentação não afirma publicação ou certificação na Microsoft 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f39012753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7274e8d7f487e" /><Relationship Type="http://schemas.openxmlformats.org/officeDocument/2006/relationships/slideLayout" Target="/ppt/slideLayouts/slideLayout1.xml" Id="Rec599517a4b846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99517a4b846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dce021b949ac" /><Relationship Type="http://schemas.openxmlformats.org/officeDocument/2006/relationships/image" Target="/ppt/media/image.png" Id="R2d348d1638dc40f4" /><Relationship Type="http://schemas.openxmlformats.org/officeDocument/2006/relationships/notesSlide" Target="/ppt/notesSlides/notesSlide1.xml" Id="R91568de1f78a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6f8540b843e2" /><Relationship Type="http://schemas.openxmlformats.org/officeDocument/2006/relationships/image" Target="/ppt/media/image2.png" Id="R0dc0444d61884a59" /><Relationship Type="http://schemas.openxmlformats.org/officeDocument/2006/relationships/notesSlide" Target="/ppt/notesSlides/notesSlide2.xml" Id="R3ea84d97c40842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7eeeb220d4c32" /><Relationship Type="http://schemas.openxmlformats.org/officeDocument/2006/relationships/image" Target="/ppt/media/image3.png" Id="R44274d17c9344222" /><Relationship Type="http://schemas.openxmlformats.org/officeDocument/2006/relationships/notesSlide" Target="/ppt/notesSlides/notesSlide3.xml" Id="R8724f845976d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ef2993701411a" /><Relationship Type="http://schemas.openxmlformats.org/officeDocument/2006/relationships/image" Target="/ppt/media/image4.png" Id="Rc616f9110b76494f" /><Relationship Type="http://schemas.openxmlformats.org/officeDocument/2006/relationships/notesSlide" Target="/ppt/notesSlides/notesSlide4.xml" Id="Rebe22fb3b5e4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ba93f10be4298" /><Relationship Type="http://schemas.openxmlformats.org/officeDocument/2006/relationships/image" Target="/ppt/media/image5.png" Id="R94970b24538b404c" /><Relationship Type="http://schemas.openxmlformats.org/officeDocument/2006/relationships/notesSlide" Target="/ppt/notesSlides/notesSlide5.xml" Id="R06893cfd4912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00b043d741d6" /><Relationship Type="http://schemas.openxmlformats.org/officeDocument/2006/relationships/image" Target="/ppt/media/image6.png" Id="R0339ef5e79664f21" /><Relationship Type="http://schemas.openxmlformats.org/officeDocument/2006/relationships/notesSlide" Target="/ppt/notesSlides/notesSlide6.xml" Id="R3a76f693dcc34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e4b165dc47c3" /><Relationship Type="http://schemas.openxmlformats.org/officeDocument/2006/relationships/image" Target="/ppt/media/image7.png" Id="R69c5ad278b204543" /><Relationship Type="http://schemas.openxmlformats.org/officeDocument/2006/relationships/notesSlide" Target="/ppt/notesSlides/notesSlide7.xml" Id="R1fdb434e7123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6e9c4c8894722" /><Relationship Type="http://schemas.openxmlformats.org/officeDocument/2006/relationships/image" Target="/ppt/media/image8.png" Id="R6ce0f2a4ac264a6a" /><Relationship Type="http://schemas.openxmlformats.org/officeDocument/2006/relationships/notesSlide" Target="/ppt/notesSlides/notesSlide8.xml" Id="Ra8d3ad2d4c2c42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48d1638dc40f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1CAD7-AEF1-401C-BE10-C424E8E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96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RB Gestão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ED429-DE2C-4CC8-8115-3AAF5A9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7FF3C"/>
                </a:solidFill>
                <a:latin typeface="Arial"/>
                <a:ea typeface="Arial"/>
                <a:cs typeface="Arial"/>
              </a:rPr>
              <a:t>Suas finanças no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7E53D-A028-4A2D-A054-2E8AE38D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Planejamento mensal e acompanhamento do patrimônio</a:t>
            </a:r>
          </a:p>
        </p:txBody>
      </p:sp>
    </p:spTree>
    <p:extLst>
      <p:ext uri="{BB962C8B-B14F-4D97-AF65-F5344CB8AC3E}">
        <p14:creationId xmlns:p14="http://schemas.microsoft.com/office/powerpoint/2010/main" val="389593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87A8A-9599-4F83-8AC8-90FE4369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Visão geral do seu dinheiro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20B48-CE85-4FF5-92A6-0139148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Saldo previsto, despesas do mês e patrimônio em uma visão consolidada.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0444d61884a59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5EA9A-A4E7-4F08-9EF1-CF748F0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894448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EFCF8-4B8F-4E67-94A5-83EF60E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Contas e 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7CB26-7208-4EC5-BC4C-9C92947B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Saldos, transferências e caixinhas com metas para organizar o dinheiro.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74d17c9344222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CAECC-323F-482A-9CED-7751D5E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338733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50CF4-A2FB-4804-942D-8CF83013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Acompanhamento de investimentos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75594-DBF9-44E0-9E4F-F934B6D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Capital aplicado, valor atual e distribuição da carteira cadastrada.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6f9110b76494f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3FA6-1F0F-41AE-9956-65C3AF9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566519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E061E-9F4F-4B93-B62B-D6409C64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Cartões e faturas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CAF6D-E026-4479-8B01-2353A29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Compras parceladas, limites e vencimentos reunidos no aplicativo.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0b24538b404c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43B53-77DB-4DAE-9523-4F7C3698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287545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CB2C5-383D-43B1-9696-B09CA30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Gastos compartilhados da casa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A1DF-E3D9-4321-A78B-6BA9F88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Contas por competência, participação dos moradores e acertos entre pessoas.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9ef5e79664f21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F17FF-E4B1-4DD6-8C69-19134D4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041108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17D85-8005-4860-B599-EE2FB29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Relatórios para acompanhar sua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1F035-F68E-490C-BF2D-23F07D4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Consultas por módulo e competência, com opção de impressão e PDF.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5ad278b204543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DBDF0-5A71-49F9-89B2-E8A2BD75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824615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0f2a4ac264a6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A7B8B-FE48-4A02-BF0F-206033E1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rotina financeira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725A3-CDA4-46C9-A41A-D4258D1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FF3C"/>
                </a:solidFill>
                <a:latin typeface="Arial"/>
                <a:ea typeface="Arial"/>
                <a:cs typeface="Arial"/>
              </a:rPr>
              <a:t>Salário e compromissos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1E1A6-068C-4A43-B38E-5903960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Proventos, descontos, empréstimos e assinaturas recorrentes.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086F2-C3A9-4EC3-9833-FA5632F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FF3C"/>
                </a:solidFill>
                <a:latin typeface="Arial"/>
                <a:ea typeface="Arial"/>
                <a:cs typeface="Arial"/>
              </a:rPr>
              <a:t>Dados locais e cópias de segurança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DC0C7-857E-4BBA-B28B-333AA28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Backups manuais e automáticos, temas claro e escuro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permissões por usuário.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A297C-D8AE-48CB-A183-ED44561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 Gestão Financeira para Windows</a:t>
            </a:r>
          </a:p>
        </p:txBody>
      </p:sp>
    </p:spTree>
    <p:extLst>
      <p:ext uri="{BB962C8B-B14F-4D97-AF65-F5344CB8AC3E}">
        <p14:creationId xmlns:p14="http://schemas.microsoft.com/office/powerpoint/2010/main" val="273920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2026-09-23T11:35:15.4520000Z</dcterms:created>
  <dcterms:modified xsi:type="dcterms:W3CDTF">2026-09-23T11:35:15.4520000Z</dcterms:modified>
</coreProperties>
</file>