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739f3b49e24f0b" /><Relationship Type="http://schemas.openxmlformats.org/officeDocument/2006/relationships/extended-properties" Target="/docProps/app.xml" Id="R5b4e6a7066c340fb" /><Relationship Type="http://schemas.openxmlformats.org/officeDocument/2006/relationships/officeDocument" Target="/ppt/presentation.xml" Id="R8fedeea3b82d4a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4f264859a743c4"/>
  </p:sldMasterIdLst>
  <p:notesMasterIdLst>
    <p:notesMasterId xmlns:r="http://schemas.openxmlformats.org/officeDocument/2006/relationships" r:id="R1422a2be27424aa8"/>
  </p:notesMasterIdLst>
  <p:sldIdLst>
    <p:sldId xmlns:r="http://schemas.openxmlformats.org/officeDocument/2006/relationships" id="256" r:id="Rb8fedd4b72c04218"/>
    <p:sldId xmlns:r="http://schemas.openxmlformats.org/officeDocument/2006/relationships" id="257" r:id="R387b4898f6494d03"/>
    <p:sldId xmlns:r="http://schemas.openxmlformats.org/officeDocument/2006/relationships" id="258" r:id="R0db1286bda3842c7"/>
    <p:sldId xmlns:r="http://schemas.openxmlformats.org/officeDocument/2006/relationships" id="259" r:id="Rc52957a71b4c4592"/>
    <p:sldId xmlns:r="http://schemas.openxmlformats.org/officeDocument/2006/relationships" id="260" r:id="R41d44560806544e9"/>
    <p:sldId xmlns:r="http://schemas.openxmlformats.org/officeDocument/2006/relationships" id="261" r:id="Rc552be4383954d06"/>
    <p:sldId xmlns:r="http://schemas.openxmlformats.org/officeDocument/2006/relationships" id="262" r:id="Re550c490b20642ca"/>
    <p:sldId xmlns:r="http://schemas.openxmlformats.org/officeDocument/2006/relationships" id="263" r:id="Rbe464f8455d0497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32f284c2d248d7" /><Relationship Type="http://schemas.openxmlformats.org/officeDocument/2006/relationships/slideMaster" Target="/ppt/slideMasters/slideMaster1.xml" Id="Rac4f264859a743c4" /><Relationship Type="http://schemas.openxmlformats.org/officeDocument/2006/relationships/notesMaster" Target="/ppt/notesMasters/notesMaster1.xml" Id="R1422a2be27424aa8" /><Relationship Type="http://schemas.openxmlformats.org/officeDocument/2006/relationships/presProps" Target="/ppt/presProps.xml" Id="Rd37b786bbc694f2e" /><Relationship Type="http://schemas.openxmlformats.org/officeDocument/2006/relationships/tableStyles" Target="/ppt/tableStyles.xml" Id="R338e983bb9d34e07" /><Relationship Type="http://schemas.openxmlformats.org/officeDocument/2006/relationships/slide" Target="/ppt/slides/slide1.xml" Id="Rb8fedd4b72c04218" /><Relationship Type="http://schemas.openxmlformats.org/officeDocument/2006/relationships/slide" Target="/ppt/slides/slide2.xml" Id="R387b4898f6494d03" /><Relationship Type="http://schemas.openxmlformats.org/officeDocument/2006/relationships/slide" Target="/ppt/slides/slide3.xml" Id="R0db1286bda3842c7" /><Relationship Type="http://schemas.openxmlformats.org/officeDocument/2006/relationships/slide" Target="/ppt/slides/slide4.xml" Id="Rc52957a71b4c4592" /><Relationship Type="http://schemas.openxmlformats.org/officeDocument/2006/relationships/slide" Target="/ppt/slides/slide5.xml" Id="R41d44560806544e9" /><Relationship Type="http://schemas.openxmlformats.org/officeDocument/2006/relationships/slide" Target="/ppt/slides/slide6.xml" Id="Rc552be4383954d06" /><Relationship Type="http://schemas.openxmlformats.org/officeDocument/2006/relationships/slide" Target="/ppt/slides/slide7.xml" Id="Re550c490b20642ca" /><Relationship Type="http://schemas.openxmlformats.org/officeDocument/2006/relationships/slide" Target="/ppt/slides/slide8.xml" Id="Rbe464f8455d049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9d3f1dd8e84c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9d18c07900412c" /><Relationship Type="http://schemas.openxmlformats.org/officeDocument/2006/relationships/notesMaster" Target="/ppt/notesMasters/notesMaster1.xml" Id="R2c8dbe6bfebc4e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d3b5281a7c24036" /><Relationship Type="http://schemas.openxmlformats.org/officeDocument/2006/relationships/notesMaster" Target="/ppt/notesMasters/notesMaster1.xml" Id="R0df5de5bb6f24e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2808f042d074b7b" /><Relationship Type="http://schemas.openxmlformats.org/officeDocument/2006/relationships/notesMaster" Target="/ppt/notesMasters/notesMaster1.xml" Id="Rf8b4afcd73ac4c8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92b9de59c254aed" /><Relationship Type="http://schemas.openxmlformats.org/officeDocument/2006/relationships/notesMaster" Target="/ppt/notesMasters/notesMaster1.xml" Id="R6202420ed03c4e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570ece0032347e9" /><Relationship Type="http://schemas.openxmlformats.org/officeDocument/2006/relationships/notesMaster" Target="/ppt/notesMasters/notesMaster1.xml" Id="R4090bcdbe44442f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8efcd6c8d5e4813" /><Relationship Type="http://schemas.openxmlformats.org/officeDocument/2006/relationships/notesMaster" Target="/ppt/notesMasters/notesMaster1.xml" Id="R993c456c923044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55d22701bd84334" /><Relationship Type="http://schemas.openxmlformats.org/officeDocument/2006/relationships/notesMaster" Target="/ppt/notesMasters/notesMaster1.xml" Id="Rc98e7f1527ca4a2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333181d9e71495f" /><Relationship Type="http://schemas.openxmlformats.org/officeDocument/2006/relationships/notesMaster" Target="/ppt/notesMasters/notesMaster1.xml" Id="Rf6ced7a08ac34c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Produto: RB Gestão Financeira 2.4.22. Fonte: package.json e app/app.js. Arte abstrata de fundo gerada com ImageGen, sem representação da interface.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real da interface local da versão 2.4.22, com base de demonstração isolada. Todos os nomes e valores são fictícios. Fonte funcional: app/app.js. Nenhuma integração bancária automática é representada.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real da interface local da versão 2.4.22, com base de demonstração isolada. Todos os nomes e valores são fictícios. Fonte funcional: app/app.js. Nenhuma integração bancária automática é representada.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real da interface local da versão 2.4.22, com base de demonstração isolada. Todos os nomes e valores são fictícios. Fonte funcional: app/app.js. Nenhuma integração bancária automática é representada.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real da interface local da versão 2.4.22, com base de demonstração isolada. Todos os nomes e valores são fictícios. Fonte funcional: app/app.js. Nenhuma integração bancária automática é representada.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real da interface local da versão 2.4.22, com base de demonstração isolada. Todos os nomes e valores são fictícios. Fonte funcional: app/app.js. Nenhuma integração bancária automática é representada.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real da interface local da versão 2.4.22, com base de demonstração isolada. Todos os nomes e valores são fictícios. Fonte funcional: app/app.js. Nenhuma integração bancária automática é representada.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app/app.js, electron-main.cjs e README_INSTALACAO.txt, com prioridade para o código atual. Backup diário depende de aplicativo aberto no horário. Acesso mobile requer desktop acessível e pareamento aprovado. A apresentação não afirma publicação ou certificação na Microsoft Store.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1cfffa8a904f9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d3ec789e714fed" /><Relationship Type="http://schemas.openxmlformats.org/officeDocument/2006/relationships/slideLayout" Target="/ppt/slideLayouts/slideLayout1.xml" Id="Re37efb6076c94c0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7efb6076c94c0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63eb6b83d54cdc" /><Relationship Type="http://schemas.openxmlformats.org/officeDocument/2006/relationships/image" Target="/ppt/media/image.png" Id="Ra04befd3e2b6432b" /><Relationship Type="http://schemas.openxmlformats.org/officeDocument/2006/relationships/notesSlide" Target="/ppt/notesSlides/notesSlide1.xml" Id="R99546a2a895a46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4a5e6cfefd4d36" /><Relationship Type="http://schemas.openxmlformats.org/officeDocument/2006/relationships/image" Target="/ppt/media/image2.png" Id="R1b0bde5e2b24464f" /><Relationship Type="http://schemas.openxmlformats.org/officeDocument/2006/relationships/notesSlide" Target="/ppt/notesSlides/notesSlide2.xml" Id="R0ff7d71051db482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2a2d4412c74b5f" /><Relationship Type="http://schemas.openxmlformats.org/officeDocument/2006/relationships/image" Target="/ppt/media/image3.png" Id="Rd4381f08bfe34c1e" /><Relationship Type="http://schemas.openxmlformats.org/officeDocument/2006/relationships/notesSlide" Target="/ppt/notesSlides/notesSlide3.xml" Id="R0b3f9bf947e54e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4d30e8998a4a69" /><Relationship Type="http://schemas.openxmlformats.org/officeDocument/2006/relationships/image" Target="/ppt/media/image4.png" Id="Rd360c31be7f743a3" /><Relationship Type="http://schemas.openxmlformats.org/officeDocument/2006/relationships/notesSlide" Target="/ppt/notesSlides/notesSlide4.xml" Id="R3dd4fc45a382429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0bb2dd01024c85" /><Relationship Type="http://schemas.openxmlformats.org/officeDocument/2006/relationships/image" Target="/ppt/media/image5.png" Id="R6810c22a04334949" /><Relationship Type="http://schemas.openxmlformats.org/officeDocument/2006/relationships/notesSlide" Target="/ppt/notesSlides/notesSlide5.xml" Id="R877dfccd821849e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4272031bd34d91" /><Relationship Type="http://schemas.openxmlformats.org/officeDocument/2006/relationships/image" Target="/ppt/media/image6.png" Id="R317dc025e63145d0" /><Relationship Type="http://schemas.openxmlformats.org/officeDocument/2006/relationships/notesSlide" Target="/ppt/notesSlides/notesSlide6.xml" Id="R0a6a90b41a67412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97631094884f8c" /><Relationship Type="http://schemas.openxmlformats.org/officeDocument/2006/relationships/image" Target="/ppt/media/image7.png" Id="R627878d4296f4e4e" /><Relationship Type="http://schemas.openxmlformats.org/officeDocument/2006/relationships/notesSlide" Target="/ppt/notesSlides/notesSlide7.xml" Id="R92597fd0f40a4b8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cbd0f230e44aef" /><Relationship Type="http://schemas.openxmlformats.org/officeDocument/2006/relationships/image" Target="/ppt/media/image8.png" Id="R0ede2bea04db4bb1" /><Relationship Type="http://schemas.openxmlformats.org/officeDocument/2006/relationships/notesSlide" Target="/ppt/notesSlides/notesSlide8.xml" Id="Rf17eb9c497c4477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4befd3e2b6432b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FD80FD-A85B-408F-B377-3AA4A508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8096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RB Gestão</a:t>
            </a:r>
          </a:p>
          <a:p xmlns:a="http://schemas.openxmlformats.org/drawingml/2006/main">
            <a: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Financeira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51C9AA-2995-4671-B909-CC53FAF77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762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B7FF3C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B7FF3C"/>
                </a:solidFill>
                <a:latin typeface="Arial"/>
                <a:ea typeface="Arial"/>
                <a:cs typeface="Arial"/>
              </a:rPr>
              <a:t>Suas finanças no Windows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9F5C82-24D2-47D4-BBED-000263C9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0075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Planejamento mensal e acompanhamento do patrimônio</a:t>
            </a:r>
          </a:p>
        </p:txBody>
      </p:sp>
    </p:spTree>
    <p:extLst>
      <p:ext uri="{BB962C8B-B14F-4D97-AF65-F5344CB8AC3E}">
        <p14:creationId xmlns:p14="http://schemas.microsoft.com/office/powerpoint/2010/main" val="5733417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970947-FBA5-4378-BFC1-20C05474D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Visão geral do seu dinheiro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5AAD97-5F86-419C-AEF5-F2533EA4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C5C8C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5C8CA"/>
                </a:solidFill>
                <a:latin typeface="Arial"/>
                <a:ea typeface="Arial"/>
                <a:cs typeface="Arial"/>
              </a:rPr>
              <a:t>Saldo previsto, despesas do mês e patrimônio em uma visão consolidada.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0bde5e2b24464f"/>
          <a:stretch xmlns:a="http://schemas.openxmlformats.org/drawingml/2006/main"/>
        </p:blipFill>
        <p:spPr>
          <a:xfrm xmlns:a="http://schemas.openxmlformats.org/drawingml/2006/main">
            <a:off x="1666875" y="1581150"/>
            <a:ext cx="8858250" cy="4982766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AC99D4-4CA7-4ED4-93E3-361E9F557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857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9EA6A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EA6AD"/>
                </a:solidFill>
                <a:latin typeface="Arial"/>
                <a:ea typeface="Arial"/>
                <a:cs typeface="Arial"/>
              </a:rPr>
              <a:t>Dados fictícios para demonstração</a:t>
            </a:r>
          </a:p>
        </p:txBody>
      </p:sp>
    </p:spTree>
    <p:extLst>
      <p:ext uri="{BB962C8B-B14F-4D97-AF65-F5344CB8AC3E}">
        <p14:creationId xmlns:p14="http://schemas.microsoft.com/office/powerpoint/2010/main" val="9364718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736274-F8C7-4C60-8871-7F7B5D28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Contas e reservas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42CA5C-F495-4130-86B6-A9E105CBC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C5C8C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5C8CA"/>
                </a:solidFill>
                <a:latin typeface="Arial"/>
                <a:ea typeface="Arial"/>
                <a:cs typeface="Arial"/>
              </a:rPr>
              <a:t>Saldos, transferências e caixinhas com metas para organizar o dinheiro.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381f08bfe34c1e"/>
          <a:stretch xmlns:a="http://schemas.openxmlformats.org/drawingml/2006/main"/>
        </p:blipFill>
        <p:spPr>
          <a:xfrm xmlns:a="http://schemas.openxmlformats.org/drawingml/2006/main">
            <a:off x="1666875" y="1581150"/>
            <a:ext cx="8858250" cy="4982766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5D6CB6-E95D-4499-9A8B-F77ECEA1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857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9EA6A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EA6AD"/>
                </a:solidFill>
                <a:latin typeface="Arial"/>
                <a:ea typeface="Arial"/>
                <a:cs typeface="Arial"/>
              </a:rPr>
              <a:t>Dados fictícios para demonstração</a:t>
            </a:r>
          </a:p>
        </p:txBody>
      </p:sp>
    </p:spTree>
    <p:extLst>
      <p:ext uri="{BB962C8B-B14F-4D97-AF65-F5344CB8AC3E}">
        <p14:creationId xmlns:p14="http://schemas.microsoft.com/office/powerpoint/2010/main" val="16293921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03A4B9-2B94-4C42-9357-6A0A73511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Acompanhamento de investimentos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2621D4-10DC-41E0-9278-D4D06FB9A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C5C8C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5C8CA"/>
                </a:solidFill>
                <a:latin typeface="Arial"/>
                <a:ea typeface="Arial"/>
                <a:cs typeface="Arial"/>
              </a:rPr>
              <a:t>Capital aplicado, valor atual e distribuição da carteira cadastrada.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60c31be7f743a3"/>
          <a:stretch xmlns:a="http://schemas.openxmlformats.org/drawingml/2006/main"/>
        </p:blipFill>
        <p:spPr>
          <a:xfrm xmlns:a="http://schemas.openxmlformats.org/drawingml/2006/main">
            <a:off x="1666875" y="1581150"/>
            <a:ext cx="8858250" cy="4982766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BBFD4C-3012-40C8-9850-1E5A6153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857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9EA6A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EA6AD"/>
                </a:solidFill>
                <a:latin typeface="Arial"/>
                <a:ea typeface="Arial"/>
                <a:cs typeface="Arial"/>
              </a:rPr>
              <a:t>Dados fictícios para demonstração</a:t>
            </a:r>
          </a:p>
        </p:txBody>
      </p:sp>
    </p:spTree>
    <p:extLst>
      <p:ext uri="{BB962C8B-B14F-4D97-AF65-F5344CB8AC3E}">
        <p14:creationId xmlns:p14="http://schemas.microsoft.com/office/powerpoint/2010/main" val="4884361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33C4A1-EB08-40F9-AF3C-866741F5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Cartões e faturas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F0F898-A47C-41B5-ADCC-18E7085BA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C5C8C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5C8CA"/>
                </a:solidFill>
                <a:latin typeface="Arial"/>
                <a:ea typeface="Arial"/>
                <a:cs typeface="Arial"/>
              </a:rPr>
              <a:t>Compras parceladas, limites e vencimentos reunidos no aplicativo.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10c22a04334949"/>
          <a:stretch xmlns:a="http://schemas.openxmlformats.org/drawingml/2006/main"/>
        </p:blipFill>
        <p:spPr>
          <a:xfrm xmlns:a="http://schemas.openxmlformats.org/drawingml/2006/main">
            <a:off x="1666875" y="1581150"/>
            <a:ext cx="8858250" cy="4982766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804BF2-99C0-4B9D-80B7-06E8796D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857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9EA6A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EA6AD"/>
                </a:solidFill>
                <a:latin typeface="Arial"/>
                <a:ea typeface="Arial"/>
                <a:cs typeface="Arial"/>
              </a:rPr>
              <a:t>Dados fictícios para demonstração</a:t>
            </a:r>
          </a:p>
        </p:txBody>
      </p:sp>
    </p:spTree>
    <p:extLst>
      <p:ext uri="{BB962C8B-B14F-4D97-AF65-F5344CB8AC3E}">
        <p14:creationId xmlns:p14="http://schemas.microsoft.com/office/powerpoint/2010/main" val="15562637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DB3A7A-580E-4977-93C6-C1D467056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Gastos compartilhados da casa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822945-6A94-4F58-9DE7-400DB1CE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C5C8C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5C8CA"/>
                </a:solidFill>
                <a:latin typeface="Arial"/>
                <a:ea typeface="Arial"/>
                <a:cs typeface="Arial"/>
              </a:rPr>
              <a:t>Contas por competência, participação dos moradores e acertos entre pessoas.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7dc025e63145d0"/>
          <a:stretch xmlns:a="http://schemas.openxmlformats.org/drawingml/2006/main"/>
        </p:blipFill>
        <p:spPr>
          <a:xfrm xmlns:a="http://schemas.openxmlformats.org/drawingml/2006/main">
            <a:off x="1666875" y="1581150"/>
            <a:ext cx="8858250" cy="4982766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BB2A7D-7367-4B39-84DD-0E2E253F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857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9EA6A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EA6AD"/>
                </a:solidFill>
                <a:latin typeface="Arial"/>
                <a:ea typeface="Arial"/>
                <a:cs typeface="Arial"/>
              </a:rPr>
              <a:t>Dados fictícios para demonstração</a:t>
            </a:r>
          </a:p>
        </p:txBody>
      </p:sp>
    </p:spTree>
    <p:extLst>
      <p:ext uri="{BB962C8B-B14F-4D97-AF65-F5344CB8AC3E}">
        <p14:creationId xmlns:p14="http://schemas.microsoft.com/office/powerpoint/2010/main" val="3974811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8857B0-1894-4D84-A244-939D589AA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Relatórios para acompanhar sua rotina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EB3AA9-0AF0-4BC1-AB5C-6C5F25D6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C5C8C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5C8CA"/>
                </a:solidFill>
                <a:latin typeface="Arial"/>
                <a:ea typeface="Arial"/>
                <a:cs typeface="Arial"/>
              </a:rPr>
              <a:t>Consultas por módulo e competência, com opção de impressão e PDF.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7878d4296f4e4e"/>
          <a:stretch xmlns:a="http://schemas.openxmlformats.org/drawingml/2006/main"/>
        </p:blipFill>
        <p:spPr>
          <a:xfrm xmlns:a="http://schemas.openxmlformats.org/drawingml/2006/main">
            <a:off x="1666875" y="1581150"/>
            <a:ext cx="8858250" cy="4982766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1AD493-7E92-4B28-8B58-57C043B35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857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9EA6A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EA6AD"/>
                </a:solidFill>
                <a:latin typeface="Arial"/>
                <a:ea typeface="Arial"/>
                <a:cs typeface="Arial"/>
              </a:rPr>
              <a:t>Dados fictícios para demonstração</a:t>
            </a:r>
          </a:p>
        </p:txBody>
      </p:sp>
    </p:spTree>
    <p:extLst>
      <p:ext uri="{BB962C8B-B14F-4D97-AF65-F5344CB8AC3E}">
        <p14:creationId xmlns:p14="http://schemas.microsoft.com/office/powerpoint/2010/main" val="15259940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de2bea04db4bb1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7544D6-1110-4CE5-926E-4BAF32456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8572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Uma rotina financeira</a:t>
            </a:r>
          </a:p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mais organizada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D3AA33-94DE-45B2-BE15-CD07FD5A4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B7FF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7FF3C"/>
                </a:solidFill>
                <a:latin typeface="Arial"/>
                <a:ea typeface="Arial"/>
                <a:cs typeface="Arial"/>
              </a:rPr>
              <a:t>Salário e compromissos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24C40D-B404-4558-9212-EB0FECC2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766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Proventos, descontos, empréstimos e assinaturas recorrentes.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73D686-19ED-48E1-8FFD-A9349D2E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38575"/>
            <a:ext cx="828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B7FF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7FF3C"/>
                </a:solidFill>
                <a:latin typeface="Arial"/>
                <a:ea typeface="Arial"/>
                <a:cs typeface="Arial"/>
              </a:rPr>
              <a:t>Dados locais e cópias de segurança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6235C2-7990-44B9-82B7-E0D9EDEA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52925"/>
            <a:ext cx="8001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Backups manuais e automáticos, temas claro e escuro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 permissões por usuário.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E8CE9B-4273-4079-8C17-B9CDFE40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34075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RB Gestão Financeira para Windows</a:t>
            </a:r>
          </a:p>
        </p:txBody>
      </p:sp>
    </p:spTree>
    <p:extLst>
      <p:ext uri="{BB962C8B-B14F-4D97-AF65-F5344CB8AC3E}">
        <p14:creationId xmlns:p14="http://schemas.microsoft.com/office/powerpoint/2010/main" val="20356265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2026-09-23T18:18:15.3690000Z</dcterms:created>
  <dcterms:modified xsi:type="dcterms:W3CDTF">2026-09-23T18:18:15.3690000Z</dcterms:modified>
</coreProperties>
</file>